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37981-5096-4518-BF95-4CA6C8030B88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C7D8C-1B1F-4D8D-9485-BA388F47D7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5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C7D8C-1B1F-4D8D-9485-BA388F47D7A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32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6CC046-BAA8-C1DF-023E-A74431C07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0BFE8F-B5BD-A616-A57C-C6B7B0A72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48BED6-CB8C-EFA7-03AF-627241C7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DDA658-72F8-1BED-A69A-07B43FD6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E96271-F574-6C61-1374-AAD0DFA1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078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60697-E04D-0275-CECC-66BEA108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0D4D83-2464-A148-D23F-E22DA051A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113936-B09B-3360-A22A-031BC8B90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3F89A6-8E51-B4EC-798D-4F9F0487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FD9BC-57FD-E6A2-F27D-7EAA9692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85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D361BB-23EF-D6B2-CDAB-93E7E37B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22045A-BBA5-B3CC-B6F4-1016AD3C4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CE18E8-7F13-4DAB-B50B-9D5251D76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0206E1-7319-BA14-CBF8-2D01633EF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7EBB6A-7B77-57E5-6142-A4AAFB56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356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41E9FC-EA26-07F8-D095-549E74F1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FD0785-0F03-CDA6-E904-D9744B935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F5AFCB-0094-7724-D034-4AA031B13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F36E59-5006-3A70-3EB2-9E81986E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508434-0D6E-2F2C-9B52-356219B11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BD4E6B-F910-3F0E-5FFF-F0AD0616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98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89CB31-32AB-3611-5615-75115B315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C1A5CA-9DB6-15A7-29D6-2F9C7CCF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58CDB7-F4B6-9FAC-D0D7-E035D450D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D630AE-5767-883D-AA2E-BD98E1AF2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0E0F9C0-9A5C-0B1A-A375-4B7C9E218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C9D48A3-E0B0-1D08-7E7E-F21B93B7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2403A5C-68C1-57C5-4FD6-DE44E9D1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CD0CC3-12F3-E2A6-7CD8-6601DDCF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75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EF0F5-0DDB-8702-8232-0959EA68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934A6A-5C18-6050-7D6E-89E6F337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434EE6-F6B4-3C9F-19F5-F6CBB30C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3C555E0-EF81-33B3-A517-3DB09FCD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77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BA9F270-CD2A-73B3-F816-2E2BC78B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CDE7A5-E700-8E55-4273-710E91CA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8343D8-09A6-32B9-CAFD-4D459CF20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07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00C901-2762-CD6B-D8D1-99ED7CF1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817436-1AA4-2843-B23D-668F81B57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47534B-290D-AC34-0253-0704978AC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0B3B-A200-1CEF-BD20-BA43C167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A9CD78-0931-501D-B606-FF669A9A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77A6DA-618B-5A40-380B-02833CD5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87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8994D2-9C01-C08D-3391-F70A5023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368507B-9C03-EF12-B50E-9C5C9C8EC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707A3A-6F3D-1201-FA14-5B32C77AC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507C4E-4B9A-E203-977A-7611408A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3704B3-94B0-98FB-5622-8A828269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9A5E8F-DE96-CA6D-681E-2BD539C9B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193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DD83B6-EC6F-F34D-35B6-8E7A02C0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0C03BB-415F-CC0A-47A7-3E5F2C396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244296-063D-29B9-590B-9DD0879B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4640CE-9846-C107-BBE8-A21CD29B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B3E04E-201D-C0E5-12CB-BB133644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3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2641474-076B-F045-0C2B-235E92169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BCB32D-39AC-7684-1D8D-6D0720A29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730F44-44A7-34B6-13AD-3B94F0DB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29E376-27C2-42C0-832D-2DC6F8CC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1BA5C4-F780-7D34-CF88-86EB8F95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128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D631E4-38E6-BC59-7410-8990AA74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7CB29D-7F34-4EFB-8A0B-BB410E25A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F9E1C0-3B8B-A2F5-F27E-976533636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0E38E-9C71-435A-AED7-FA148F390B6D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B1013D-3982-638E-DA8E-5A9F3E08D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249B58-AA52-AD91-223E-D6E3B74D0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3E28-3212-4C12-9C9C-A917F98BD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574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9E2C19-BA85-5A76-344C-D1531E7BA15C}"/>
              </a:ext>
            </a:extLst>
          </p:cNvPr>
          <p:cNvSpPr txBox="1"/>
          <p:nvPr/>
        </p:nvSpPr>
        <p:spPr>
          <a:xfrm>
            <a:off x="4983018" y="3244334"/>
            <a:ext cx="222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ゲーム制作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99884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D4A413-317E-1ACA-2AC1-43ED495D1A3C}"/>
              </a:ext>
            </a:extLst>
          </p:cNvPr>
          <p:cNvSpPr txBox="1"/>
          <p:nvPr/>
        </p:nvSpPr>
        <p:spPr>
          <a:xfrm>
            <a:off x="129309" y="544945"/>
            <a:ext cx="8691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横スクロールの２</a:t>
            </a:r>
            <a:r>
              <a:rPr kumimoji="1" lang="en-US" altLang="ja-JP" sz="2800" b="1" dirty="0"/>
              <a:t>D</a:t>
            </a:r>
            <a:r>
              <a:rPr kumimoji="1" lang="ja-JP" altLang="en-US" sz="2800" b="1" dirty="0"/>
              <a:t>ゲーム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4A324D6-657F-3515-0F85-3305D74469AA}"/>
              </a:ext>
            </a:extLst>
          </p:cNvPr>
          <p:cNvSpPr txBox="1"/>
          <p:nvPr/>
        </p:nvSpPr>
        <p:spPr>
          <a:xfrm>
            <a:off x="129309" y="914277"/>
            <a:ext cx="712123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プレイヤーキャラは一体</a:t>
            </a:r>
            <a:endParaRPr lang="en-US" altLang="ja-JP" sz="2800" b="1" dirty="0"/>
          </a:p>
          <a:p>
            <a:r>
              <a:rPr lang="en-US" altLang="ja-JP" sz="2800" b="1" dirty="0"/>
              <a:t>Level</a:t>
            </a:r>
          </a:p>
          <a:p>
            <a:r>
              <a:rPr kumimoji="1" lang="en-US" altLang="ja-JP" sz="2800" b="1" dirty="0"/>
              <a:t>Name</a:t>
            </a:r>
          </a:p>
          <a:p>
            <a:r>
              <a:rPr lang="en-US" altLang="ja-JP" sz="2800" b="1" dirty="0"/>
              <a:t>HP</a:t>
            </a:r>
          </a:p>
          <a:p>
            <a:r>
              <a:rPr kumimoji="1" lang="en-US" altLang="ja-JP" sz="2800" b="1" dirty="0" err="1"/>
              <a:t>Atk</a:t>
            </a:r>
            <a:endParaRPr kumimoji="1" lang="en-US" altLang="ja-JP" sz="2800" b="1" dirty="0"/>
          </a:p>
          <a:p>
            <a:r>
              <a:rPr kumimoji="1" lang="en-US" altLang="ja-JP" sz="2800" b="1" dirty="0"/>
              <a:t>Def</a:t>
            </a:r>
          </a:p>
          <a:p>
            <a:r>
              <a:rPr lang="en-US" altLang="ja-JP" sz="2800" b="1" dirty="0" err="1"/>
              <a:t>Mp</a:t>
            </a:r>
            <a:endParaRPr kumimoji="1" lang="ja-JP" altLang="en-US" sz="28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498BBFE-9475-621F-5F6B-4BA4D1CC1CA5}"/>
              </a:ext>
            </a:extLst>
          </p:cNvPr>
          <p:cNvSpPr txBox="1"/>
          <p:nvPr/>
        </p:nvSpPr>
        <p:spPr>
          <a:xfrm>
            <a:off x="757381" y="4939845"/>
            <a:ext cx="1058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スキルは自分で好きなものをセット　スキルにレベルを持たせる</a:t>
            </a:r>
            <a:endParaRPr kumimoji="1" lang="ja-JP" altLang="en-US" sz="28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219F4C-FF4D-3F95-0C61-D6EC58CCF6A2}"/>
              </a:ext>
            </a:extLst>
          </p:cNvPr>
          <p:cNvSpPr txBox="1"/>
          <p:nvPr/>
        </p:nvSpPr>
        <p:spPr>
          <a:xfrm>
            <a:off x="757381" y="5318658"/>
            <a:ext cx="1058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スピリット　自動効果発動のもの</a:t>
            </a:r>
            <a:endParaRPr kumimoji="1" lang="ja-JP" altLang="en-US" sz="28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B95B66-2508-0177-A562-D97716488987}"/>
              </a:ext>
            </a:extLst>
          </p:cNvPr>
          <p:cNvSpPr txBox="1"/>
          <p:nvPr/>
        </p:nvSpPr>
        <p:spPr>
          <a:xfrm>
            <a:off x="757381" y="4570512"/>
            <a:ext cx="1058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通常攻撃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B3B33B4-5D4C-CBCB-9C46-3749940306C1}"/>
              </a:ext>
            </a:extLst>
          </p:cNvPr>
          <p:cNvSpPr txBox="1"/>
          <p:nvPr/>
        </p:nvSpPr>
        <p:spPr>
          <a:xfrm>
            <a:off x="757381" y="5789835"/>
            <a:ext cx="1058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余裕があればパッシブツリーの作成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0917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A9D20-6D25-9543-D04F-C8414DCC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やりたいことリスト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389FE7-1AD8-A4EE-D12C-8898AA9BF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405"/>
            <a:ext cx="10515600" cy="47599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ja-JP" b="1" dirty="0"/>
              <a:t>1:</a:t>
            </a:r>
            <a:r>
              <a:rPr lang="ja-JP" altLang="en-US" b="1" dirty="0"/>
              <a:t>カメラの制御</a:t>
            </a:r>
            <a:endParaRPr lang="en-US" altLang="ja-JP" b="1" dirty="0"/>
          </a:p>
          <a:p>
            <a:pPr marL="0" indent="0">
              <a:buNone/>
            </a:pPr>
            <a:r>
              <a:rPr kumimoji="1" lang="en-US" altLang="ja-JP" b="1" dirty="0"/>
              <a:t>	</a:t>
            </a:r>
            <a:r>
              <a:rPr kumimoji="1" lang="ja-JP" altLang="en-US" b="1" dirty="0"/>
              <a:t>ゲームにおいてカメラの見せ方は面白さにつながる</a:t>
            </a:r>
            <a:endParaRPr kumimoji="1" lang="en-US" altLang="ja-JP" b="1" dirty="0"/>
          </a:p>
          <a:p>
            <a:pPr marL="0" indent="0">
              <a:buNone/>
            </a:pPr>
            <a:r>
              <a:rPr lang="en-US" altLang="ja-JP" b="1" dirty="0"/>
              <a:t>	</a:t>
            </a:r>
            <a:r>
              <a:rPr lang="ja-JP" altLang="en-US" b="1" dirty="0"/>
              <a:t>なので今回カメラの制御をする</a:t>
            </a:r>
            <a:endParaRPr lang="en-US" altLang="ja-JP" b="1" dirty="0"/>
          </a:p>
          <a:p>
            <a:pPr marL="0" indent="0">
              <a:buNone/>
            </a:pPr>
            <a:r>
              <a:rPr kumimoji="1" lang="en-US" altLang="ja-JP" b="1" dirty="0"/>
              <a:t>2:SFML</a:t>
            </a:r>
            <a:r>
              <a:rPr kumimoji="1" lang="ja-JP" altLang="en-US" b="1" dirty="0"/>
              <a:t>のシェーダーに触れる</a:t>
            </a:r>
            <a:endParaRPr kumimoji="1" lang="en-US" altLang="ja-JP" b="1" dirty="0"/>
          </a:p>
          <a:p>
            <a:pPr marL="0" indent="0">
              <a:buNone/>
            </a:pPr>
            <a:r>
              <a:rPr lang="en-US" altLang="ja-JP" b="1" dirty="0"/>
              <a:t>3:</a:t>
            </a:r>
            <a:r>
              <a:rPr lang="ja-JP" altLang="en-US" b="1" dirty="0"/>
              <a:t>デバックを快適にする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	</a:t>
            </a:r>
            <a:r>
              <a:rPr lang="ja-JP" altLang="en-US" b="1" dirty="0"/>
              <a:t>実行中に変更したり</a:t>
            </a:r>
            <a:r>
              <a:rPr lang="en-US" altLang="ja-JP" b="1" dirty="0" err="1"/>
              <a:t>spdlog</a:t>
            </a:r>
            <a:r>
              <a:rPr lang="ja-JP" altLang="en-US" b="1" dirty="0"/>
              <a:t>を使ってログの表示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	</a:t>
            </a:r>
            <a:r>
              <a:rPr lang="ja-JP" altLang="en-US" b="1" dirty="0"/>
              <a:t>ログをファイルに出力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	</a:t>
            </a:r>
            <a:r>
              <a:rPr lang="ja-JP" altLang="en-US" b="1" dirty="0"/>
              <a:t>実行中にマップ作製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4:ImGui</a:t>
            </a:r>
            <a:r>
              <a:rPr lang="ja-JP" altLang="en-US" b="1" dirty="0"/>
              <a:t>のノードに触れる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5:</a:t>
            </a:r>
            <a:r>
              <a:rPr lang="ja-JP" altLang="en-US" b="1" dirty="0"/>
              <a:t>設定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	config</a:t>
            </a:r>
            <a:r>
              <a:rPr lang="ja-JP" altLang="en-US" b="1" dirty="0"/>
              <a:t>を作ってウィンドウサイズの設定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	</a:t>
            </a:r>
            <a:r>
              <a:rPr lang="en-US" altLang="ja-JP" b="1" dirty="0" err="1"/>
              <a:t>pad,key</a:t>
            </a:r>
            <a:r>
              <a:rPr lang="ja-JP" altLang="en-US" b="1" dirty="0"/>
              <a:t>切り替え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	</a:t>
            </a:r>
            <a:r>
              <a:rPr lang="ja-JP" altLang="en-US" b="1" dirty="0"/>
              <a:t>言語</a:t>
            </a:r>
            <a:endParaRPr lang="en-US" altLang="ja-JP" b="1" dirty="0"/>
          </a:p>
          <a:p>
            <a:pPr marL="0" indent="0">
              <a:buNone/>
            </a:pP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93663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king in 2D Map news - ModDB">
            <a:extLst>
              <a:ext uri="{FF2B5EF4-FFF2-40B4-BE49-F238E27FC236}">
                <a16:creationId xmlns:a16="http://schemas.microsoft.com/office/drawing/2014/main" id="{FD043FB3-6030-543F-D030-66A1D6714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17" y="796751"/>
            <a:ext cx="6538714" cy="375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626EF5F-F7B0-1382-545E-8560204BF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0" t="40681" r="28588" b="39377"/>
          <a:stretch>
            <a:fillRect/>
          </a:stretch>
        </p:blipFill>
        <p:spPr bwMode="auto">
          <a:xfrm>
            <a:off x="8732813" y="1238044"/>
            <a:ext cx="2284573" cy="143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DD56A9-C154-DD99-3A00-A4AD0BEEBB32}"/>
              </a:ext>
            </a:extLst>
          </p:cNvPr>
          <p:cNvSpPr txBox="1"/>
          <p:nvPr/>
        </p:nvSpPr>
        <p:spPr>
          <a:xfrm>
            <a:off x="7777113" y="877097"/>
            <a:ext cx="419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カメラの制御</a:t>
            </a:r>
          </a:p>
        </p:txBody>
      </p:sp>
    </p:spTree>
    <p:extLst>
      <p:ext uri="{BB962C8B-B14F-4D97-AF65-F5344CB8AC3E}">
        <p14:creationId xmlns:p14="http://schemas.microsoft.com/office/powerpoint/2010/main" val="933696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E93BFD73-7B62-F93E-7A69-7CA5763DE8DA}"/>
              </a:ext>
            </a:extLst>
          </p:cNvPr>
          <p:cNvGrpSpPr/>
          <p:nvPr/>
        </p:nvGrpSpPr>
        <p:grpSpPr>
          <a:xfrm>
            <a:off x="3565236" y="1741823"/>
            <a:ext cx="5061527" cy="3374354"/>
            <a:chOff x="3241963" y="1542473"/>
            <a:chExt cx="5061527" cy="3374354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95ADCE84-6547-0759-0EE5-2D8630F9FF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16" t="39039" r="53718" b="44617"/>
            <a:stretch>
              <a:fillRect/>
            </a:stretch>
          </p:blipFill>
          <p:spPr bwMode="auto">
            <a:xfrm>
              <a:off x="3241963" y="1542473"/>
              <a:ext cx="5061527" cy="3374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1609139-B198-F235-2244-130C19D91911}"/>
                </a:ext>
              </a:extLst>
            </p:cNvPr>
            <p:cNvSpPr/>
            <p:nvPr/>
          </p:nvSpPr>
          <p:spPr>
            <a:xfrm>
              <a:off x="3325091" y="4562763"/>
              <a:ext cx="1588654" cy="11083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83AD5DD-3115-5366-3A09-A6EB96CE677F}"/>
                </a:ext>
              </a:extLst>
            </p:cNvPr>
            <p:cNvSpPr/>
            <p:nvPr/>
          </p:nvSpPr>
          <p:spPr>
            <a:xfrm>
              <a:off x="3325091" y="4724399"/>
              <a:ext cx="1588654" cy="110837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D596357-8D79-686C-7112-FA7D77B75911}"/>
                </a:ext>
              </a:extLst>
            </p:cNvPr>
            <p:cNvSpPr/>
            <p:nvPr/>
          </p:nvSpPr>
          <p:spPr>
            <a:xfrm>
              <a:off x="6908800" y="4618181"/>
              <a:ext cx="221672" cy="2216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1EE04B8E-2292-7E21-E45F-C2F654C75525}"/>
                </a:ext>
              </a:extLst>
            </p:cNvPr>
            <p:cNvSpPr/>
            <p:nvPr/>
          </p:nvSpPr>
          <p:spPr>
            <a:xfrm>
              <a:off x="7139709" y="4618181"/>
              <a:ext cx="221672" cy="2216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49F8210-3C3F-E8C9-CA15-6F169468BD56}"/>
                </a:ext>
              </a:extLst>
            </p:cNvPr>
            <p:cNvSpPr/>
            <p:nvPr/>
          </p:nvSpPr>
          <p:spPr>
            <a:xfrm>
              <a:off x="7370618" y="4618181"/>
              <a:ext cx="221672" cy="2216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C7D25AC5-9169-C10A-BC6E-BD89F3D592FB}"/>
                </a:ext>
              </a:extLst>
            </p:cNvPr>
            <p:cNvSpPr/>
            <p:nvPr/>
          </p:nvSpPr>
          <p:spPr>
            <a:xfrm>
              <a:off x="7601527" y="4618181"/>
              <a:ext cx="221672" cy="2216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A110DB0E-FD81-B4DC-6EAF-0E8B3A94E959}"/>
                </a:ext>
              </a:extLst>
            </p:cNvPr>
            <p:cNvSpPr/>
            <p:nvPr/>
          </p:nvSpPr>
          <p:spPr>
            <a:xfrm>
              <a:off x="7841675" y="4618181"/>
              <a:ext cx="221672" cy="2216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77A027D-4A3C-5FA4-983E-77A2FCF920FA}"/>
                </a:ext>
              </a:extLst>
            </p:cNvPr>
            <p:cNvSpPr/>
            <p:nvPr/>
          </p:nvSpPr>
          <p:spPr>
            <a:xfrm>
              <a:off x="3325091" y="1667163"/>
              <a:ext cx="221672" cy="2216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0FE59D80-35F5-C013-78F5-6363B4FFBF81}"/>
                </a:ext>
              </a:extLst>
            </p:cNvPr>
            <p:cNvSpPr/>
            <p:nvPr/>
          </p:nvSpPr>
          <p:spPr>
            <a:xfrm>
              <a:off x="3546763" y="1667163"/>
              <a:ext cx="221672" cy="2216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E5986CF-1DCF-9AB8-7E5E-048F0B91D5A8}"/>
              </a:ext>
            </a:extLst>
          </p:cNvPr>
          <p:cNvSpPr txBox="1"/>
          <p:nvPr/>
        </p:nvSpPr>
        <p:spPr>
          <a:xfrm>
            <a:off x="1274619" y="1543347"/>
            <a:ext cx="2262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常時発動効果とか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バフ、デバフ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37CBC7A-FECB-B141-DDCA-16AC054EA2C2}"/>
              </a:ext>
            </a:extLst>
          </p:cNvPr>
          <p:cNvSpPr txBox="1"/>
          <p:nvPr/>
        </p:nvSpPr>
        <p:spPr>
          <a:xfrm>
            <a:off x="1921162" y="5090771"/>
            <a:ext cx="226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HP,MP</a:t>
            </a:r>
            <a:endParaRPr kumimoji="1" lang="ja-JP" altLang="en-US" b="1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2ECA0E6-BD07-D72D-0BE1-568F2DB03F0F}"/>
              </a:ext>
            </a:extLst>
          </p:cNvPr>
          <p:cNvSpPr txBox="1"/>
          <p:nvPr/>
        </p:nvSpPr>
        <p:spPr>
          <a:xfrm>
            <a:off x="7269017" y="5136769"/>
            <a:ext cx="2262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スキル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747011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147</Words>
  <Application>Microsoft Office PowerPoint</Application>
  <PresentationFormat>ワイド画面</PresentationFormat>
  <Paragraphs>33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やりたいことリスト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髙井 和颯</dc:creator>
  <cp:lastModifiedBy>髙井 和颯</cp:lastModifiedBy>
  <cp:revision>11</cp:revision>
  <dcterms:created xsi:type="dcterms:W3CDTF">2025-12-21T14:11:10Z</dcterms:created>
  <dcterms:modified xsi:type="dcterms:W3CDTF">2025-12-21T14:37:28Z</dcterms:modified>
</cp:coreProperties>
</file>